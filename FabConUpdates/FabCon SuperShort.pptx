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A678-0515-2FC9-FEB4-0CCDCAB19A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Fabric Community Conference Vienna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8BD8A-6723-B8B8-6C50-803E53BA9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88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89035-E13C-8FEF-F0B1-4D2F2449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E68C0-B53A-ACCE-A7BC-E92C1FF41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Meer security</a:t>
            </a:r>
          </a:p>
          <a:p>
            <a:endParaRPr lang="en-US" dirty="0"/>
          </a:p>
          <a:p>
            <a:r>
              <a:rPr lang="en-US" dirty="0" err="1"/>
              <a:t>Nieuwe</a:t>
            </a:r>
            <a:r>
              <a:rPr lang="en-US" dirty="0"/>
              <a:t> features in Fabric Warehouse</a:t>
            </a:r>
          </a:p>
          <a:p>
            <a:endParaRPr lang="en-US" dirty="0"/>
          </a:p>
          <a:p>
            <a:r>
              <a:rPr lang="en-US" dirty="0" err="1"/>
              <a:t>Enkele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features in Fabric Lakehouse</a:t>
            </a:r>
          </a:p>
          <a:p>
            <a:endParaRPr lang="en-US" dirty="0"/>
          </a:p>
          <a:p>
            <a:r>
              <a:rPr lang="en-US" dirty="0" err="1"/>
              <a:t>Nieuwe</a:t>
            </a:r>
            <a:r>
              <a:rPr lang="en-US" dirty="0"/>
              <a:t> features in Fabric Real Time Intelligence</a:t>
            </a:r>
          </a:p>
          <a:p>
            <a:endParaRPr lang="en-US" dirty="0"/>
          </a:p>
          <a:p>
            <a:r>
              <a:rPr lang="en-US" dirty="0"/>
              <a:t>Meer </a:t>
            </a:r>
            <a:r>
              <a:rPr lang="en-US" dirty="0" err="1"/>
              <a:t>beheer</a:t>
            </a:r>
            <a:r>
              <a:rPr lang="en-US" dirty="0"/>
              <a:t> op </a:t>
            </a:r>
            <a:r>
              <a:rPr lang="en-US" dirty="0" err="1"/>
              <a:t>OneLake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Verbeteringen</a:t>
            </a:r>
            <a:r>
              <a:rPr lang="en-US" dirty="0"/>
              <a:t> in Dataflow Gen2</a:t>
            </a:r>
          </a:p>
          <a:p>
            <a:endParaRPr lang="en-US" dirty="0"/>
          </a:p>
          <a:p>
            <a:r>
              <a:rPr lang="en-US" dirty="0" err="1"/>
              <a:t>Visuele</a:t>
            </a:r>
            <a:r>
              <a:rPr lang="en-US" dirty="0"/>
              <a:t> </a:t>
            </a:r>
            <a:r>
              <a:rPr lang="en-US" dirty="0" err="1"/>
              <a:t>verbeteringen</a:t>
            </a:r>
            <a:r>
              <a:rPr lang="en-US" dirty="0"/>
              <a:t> in de portal</a:t>
            </a:r>
          </a:p>
          <a:p>
            <a:endParaRPr lang="en-US" dirty="0"/>
          </a:p>
          <a:p>
            <a:r>
              <a:rPr lang="en-US" dirty="0"/>
              <a:t>Power BI Web editor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semantische</a:t>
            </a:r>
            <a:r>
              <a:rPr lang="en-US" dirty="0"/>
              <a:t> </a:t>
            </a:r>
            <a:r>
              <a:rPr lang="en-US" dirty="0" err="1"/>
              <a:t>modellen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751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883A8-6520-E0BB-A744-FCDEC60E2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Waarom</a:t>
            </a:r>
            <a:r>
              <a:rPr lang="en-US" dirty="0"/>
              <a:t> </a:t>
            </a:r>
            <a:r>
              <a:rPr lang="en-US" dirty="0" err="1"/>
              <a:t>gaan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DB3F4-0602-1104-A72E-C2A028C20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Connecties</a:t>
            </a:r>
            <a:r>
              <a:rPr lang="en-US" dirty="0"/>
              <a:t>, </a:t>
            </a:r>
            <a:r>
              <a:rPr lang="en-US" dirty="0" err="1"/>
              <a:t>netwerken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mensen</a:t>
            </a:r>
            <a:r>
              <a:rPr lang="en-US" dirty="0"/>
              <a:t> </a:t>
            </a:r>
            <a:r>
              <a:rPr lang="en-US" dirty="0" err="1"/>
              <a:t>leren</a:t>
            </a:r>
            <a:r>
              <a:rPr lang="en-US" dirty="0"/>
              <a:t> </a:t>
            </a:r>
            <a:r>
              <a:rPr lang="en-US" dirty="0" err="1"/>
              <a:t>kennen</a:t>
            </a:r>
            <a:endParaRPr lang="en-US" dirty="0"/>
          </a:p>
          <a:p>
            <a:endParaRPr lang="en-US" dirty="0"/>
          </a:p>
          <a:p>
            <a:r>
              <a:rPr lang="en-US" dirty="0"/>
              <a:t>Per </a:t>
            </a:r>
            <a:r>
              <a:rPr lang="en-US" dirty="0" err="1"/>
              <a:t>tijdslot</a:t>
            </a:r>
            <a:r>
              <a:rPr lang="en-US" dirty="0"/>
              <a:t> </a:t>
            </a:r>
            <a:r>
              <a:rPr lang="en-US" dirty="0" err="1"/>
              <a:t>ongeveer</a:t>
            </a:r>
            <a:r>
              <a:rPr lang="en-US" dirty="0"/>
              <a:t> 10 </a:t>
            </a:r>
            <a:r>
              <a:rPr lang="en-US" dirty="0" err="1"/>
              <a:t>sessies</a:t>
            </a:r>
            <a:r>
              <a:rPr lang="en-US" dirty="0"/>
              <a:t> om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kiezen</a:t>
            </a:r>
            <a:endParaRPr lang="en-US" dirty="0"/>
          </a:p>
          <a:p>
            <a:endParaRPr lang="en-US" dirty="0"/>
          </a:p>
          <a:p>
            <a:r>
              <a:rPr lang="en-US" dirty="0"/>
              <a:t>Direct contact met Microsoft</a:t>
            </a:r>
          </a:p>
          <a:p>
            <a:endParaRPr lang="en-US" dirty="0"/>
          </a:p>
          <a:p>
            <a:r>
              <a:rPr lang="en-US" dirty="0"/>
              <a:t>Direct contact met de top van de community (</a:t>
            </a:r>
            <a:r>
              <a:rPr lang="en-US" dirty="0" err="1"/>
              <a:t>kennis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ervaring</a:t>
            </a:r>
            <a:r>
              <a:rPr lang="en-US" dirty="0"/>
              <a:t>!)</a:t>
            </a:r>
          </a:p>
          <a:p>
            <a:endParaRPr lang="en-US" dirty="0"/>
          </a:p>
          <a:p>
            <a:r>
              <a:rPr lang="en-US" dirty="0"/>
              <a:t>Even lekker er </a:t>
            </a:r>
            <a:r>
              <a:rPr lang="en-US" dirty="0" err="1"/>
              <a:t>tussenuit</a:t>
            </a:r>
            <a:r>
              <a:rPr lang="en-US" dirty="0"/>
              <a:t> ;)</a:t>
            </a:r>
          </a:p>
          <a:p>
            <a:endParaRPr lang="en-US" dirty="0"/>
          </a:p>
          <a:p>
            <a:r>
              <a:rPr lang="en-US" dirty="0"/>
              <a:t>Stickers, swag </a:t>
            </a:r>
            <a:r>
              <a:rPr lang="en-US" dirty="0" err="1"/>
              <a:t>en</a:t>
            </a:r>
            <a:r>
              <a:rPr lang="en-US" dirty="0"/>
              <a:t> gadgets</a:t>
            </a:r>
          </a:p>
        </p:txBody>
      </p:sp>
    </p:spTree>
    <p:extLst>
      <p:ext uri="{BB962C8B-B14F-4D97-AF65-F5344CB8AC3E}">
        <p14:creationId xmlns:p14="http://schemas.microsoft.com/office/powerpoint/2010/main" val="24845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291B5-E494-16B0-861E-C8491B9E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meer</a:t>
            </a:r>
            <a:r>
              <a:rPr lang="en-US" dirty="0"/>
              <a:t> </a:t>
            </a:r>
            <a:r>
              <a:rPr lang="en-US" dirty="0" err="1"/>
              <a:t>informatie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88332-2BA6-8195-5163-DEDC43E4A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33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59B70-22CE-3DD0-9EA9-312AB71B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2026?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A9BB4-66A8-5657-E3A3-2FC36DAE1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!Ola Barcelona!</a:t>
            </a:r>
          </a:p>
        </p:txBody>
      </p:sp>
    </p:spTree>
    <p:extLst>
      <p:ext uri="{BB962C8B-B14F-4D97-AF65-F5344CB8AC3E}">
        <p14:creationId xmlns:p14="http://schemas.microsoft.com/office/powerpoint/2010/main" val="101472470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102</Words>
  <Application>Microsoft Macintosh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Fabric Community Conference Vienna 2025</vt:lpstr>
      <vt:lpstr>Updates</vt:lpstr>
      <vt:lpstr>Waarom gaan?</vt:lpstr>
      <vt:lpstr>Links naar meer informatie</vt:lpstr>
      <vt:lpstr>2026?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Reitse Eskens</dc:creator>
  <cp:lastModifiedBy>Reitse Eskens</cp:lastModifiedBy>
  <cp:revision>1</cp:revision>
  <dcterms:created xsi:type="dcterms:W3CDTF">2025-09-19T08:24:58Z</dcterms:created>
  <dcterms:modified xsi:type="dcterms:W3CDTF">2025-09-19T08:35:18Z</dcterms:modified>
</cp:coreProperties>
</file>